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2286000" cy="2286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</a:rPr>
              <a:t>SEMESTER MAJOR ASSIGNMENT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Prediction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7-Step Machine Learning Pipeline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64592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Muhammad Danyal Ali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4206240"/>
            <a:ext cx="137160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4206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 Steps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1170432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2648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90472" y="2432304"/>
            <a:ext cx="73152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3624" y="1188720"/>
            <a:ext cx="1170432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56232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9344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34056" y="2432304"/>
            <a:ext cx="73152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7208" y="1188720"/>
            <a:ext cx="1170432" cy="2560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9816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52928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77640" y="2432304"/>
            <a:ext cx="73152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0792" y="1188720"/>
            <a:ext cx="1170432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96512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Overfitting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Underfitting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21224" y="2432304"/>
            <a:ext cx="73152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4376" y="1188720"/>
            <a:ext cx="1170432" cy="25603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86984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0096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Regularization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64808" y="2432304"/>
            <a:ext cx="73152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1188720"/>
            <a:ext cx="1170432" cy="2560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30568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83680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Imbalance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08392" y="2432304"/>
            <a:ext cx="73152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81544" y="1188720"/>
            <a:ext cx="1170432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74152" y="1389888"/>
            <a:ext cx="585216" cy="58521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827264" y="2148840"/>
            <a:ext cx="1078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A0B4"/>
                </a:solidFill>
              </a:rPr>
              <a:t>EEG Signal Data  →  Trained Model  →  Seizure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3 EEG datasets loaded and explored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UCI Epileptic (11,500 samples)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178 EEG features, 5 classes converted to binary. Seizure = class 1 only. Seizure ratio: 20%.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Bonn University (500 samples)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Raw 4,096-point EEG reduced to 12 statistical features. Moderate imbalance (20% seizure).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Kaggle-style (2,000 samples)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50 mixed features. Severely imbalanced — only 10% seizure. The hardest dataset.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</a:rPr>
              <a:t>TOTAL SAMPLES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14,000 across 3 datasets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</a:rPr>
              <a:t>SEIZURE RATIOS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UCI 20% · Bonn 20% · Kaggle 10%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</a:rPr>
              <a:t>FEATURE COUNTS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UCI 178 · Bonn 12 · Kaggle 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Samples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Seizure 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Imbalance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 Epileptic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11,500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178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20.0%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Bonn University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500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12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20.0%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Kaggle-style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2,000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50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10.0%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Severe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Two strategies tested across all datasets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 A: Normalize → Feature Selection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StandardScaler then SelectKBest (ANOVA F-test). Keeps top 20 most discriminative features.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 B: Scale → PCA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StandardScaler then PCA (10 components). Captures 95%+ variance in fewer dimensions.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80/20 Stratified Split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Preserves seizure ratio in both train and test sets. Applied identically to all 3 datasets.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891B2"/>
                </a:solidFill>
              </a:rPr>
              <a:t>PIPELINE A OUTPUT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 selected features (ANOVA)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891B2"/>
                </a:solidFill>
              </a:rPr>
              <a:t>PIPELINE B OUTPUT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 principal components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891B2"/>
                </a:solidFill>
              </a:rPr>
              <a:t>SPLIT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80% train · 20% test (stratified)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 A Acc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 A F1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 A PR-AUC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 B Acc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 B F1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62672" y="3904488"/>
            <a:ext cx="11887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 B PR-AUC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0.589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0.322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0.444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0.527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0.273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626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0.367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Bonn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0.310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0.217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0.510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0.310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626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0.217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Kaggle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0.917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0.593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0.627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0.938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0.699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6626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626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0.814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</a:rPr>
              <a:t>Benchmarking with default model settings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Model: Logistic Regression (C=1.0)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Trained with class_weight='balanced' to handle imbalance. Evaluated on all 3 datasets × 2 pipelines.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Metrics: F1, PR-AUC, ROC-AUC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F1 balances precision and recall. PR-AUC is best for imbalanced data. ROC-AUC measures discrimination.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5-Fold Cross-Validation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Stratified folds used to detect overfitting. Score variance across folds measured.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46E5"/>
                </a:solidFill>
              </a:rPr>
              <a:t>BEST RESULT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Kaggle Pipe B: F1=0.699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46E5"/>
                </a:solidFill>
              </a:rPr>
              <a:t>WORST RESULT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UCI Pipe B: F1=0.273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46E5"/>
                </a:solidFill>
              </a:rPr>
              <a:t>KEY METRIC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PR-AUC (handles imbalance)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Pipeline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Accuracy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F1-Score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PR-AUC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ROC-AUC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Pipeline 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0.589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0.322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0.444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0.546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Pipeline 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0.527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0.273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0.367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0.477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Bonn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Pipeline 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0.510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0.310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0.217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0.470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Kaggle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Pipeline A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0.917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09651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9651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0.593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8523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8523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0.627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47395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7395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0.696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Underfitting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Diagnosing model fitting behavior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Underfitting (C=0.0001, 2 features only)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Model too simple. Both train and test F1 collapse to 0.000 — fails to learn any pattern.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Overfitting (C=100,000, all features)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Kaggle: Train F1=0.858 vs Test F1=0.688 — large gap confirms overfitting on training data.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Correct fit (C=1.0, balanced)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Train and test scores stay close. This is the target zone — generalization without memorization.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</a:rPr>
              <a:t>UNDERFIT RESULT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 F1=0.000 · Test F1=0.000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</a:rPr>
              <a:t>OVERFIT RESULT (Kaggle)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 F1=0.858 · Test F1=0.688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</a:rPr>
              <a:t>GAP (Kaggle overfit)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0.170 — clear overfitting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Scenario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 F1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F1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Diagnosis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Underfit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Underfitting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Overfit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0.078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0.022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0.056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Mild overfit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Kaggle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Underfit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Underfitting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Kaggle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Overfit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0.858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09651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9651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0.688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8523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8523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0.170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47395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7395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Overfitting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Study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2777"/>
                </a:solidFill>
              </a:rPr>
              <a:t>L1, L2, and Elastic Net compared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 (Lasso) — sparse weights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Drives some coefficients to zero. Best on Kaggle (F1=0.698). UCI &amp; Bonn: F1=0.022 / 0.000.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 (Ridge) — shrinks all weights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Stable across datasets. Similar to L1 on UCI and Bonn. Kaggle F1=0.688.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Elastic Net — L1+L2 combined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Most balanced approach. Matches L1 on Kaggle (F1=0.698). Lowest variance across datasets.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B2777"/>
                </a:solidFill>
              </a:rPr>
              <a:t>WINNER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Elastic Net (most stable)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B2777"/>
                </a:solidFill>
              </a:rPr>
              <a:t>KAGGLE BEST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L1 &amp; Elastic Net: F1=0.698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B2777"/>
                </a:solidFill>
              </a:rPr>
              <a:t>UCI / BONN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 regularizers F1 ≈ 0.022 / 0.000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B2777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 F1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 PR-AUC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L2 F1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L2 PR-AUC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E-Net F1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62672" y="3904488"/>
            <a:ext cx="118872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E-Net PR-AUC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0.022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0.443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0.022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0.443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0.022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626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0.443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Bonn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0.205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0.215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0.000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626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0.216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Kaggle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0.698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0.625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0.688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0.625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0.698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6626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626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0.624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580C"/>
                </a:solidFill>
              </a:rPr>
              <a:t>Four strategies to fix skewed class distributions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Handling (baseline)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Model biased toward majority class. Low recall on seizure class — misses actual seizures.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Weighting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Penalizes seizure misclassification more. Safe — no data modified. Best recall-precision balance.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SMOTE Oversampling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Creates synthetic seizure samples. Best overall recall — catches the most real seizures.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Undersampling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Removes non-seizure samples. Fast but loses information. Lowest precision.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A580C"/>
                </a:solidFill>
              </a:rPr>
              <a:t>BEST RECALL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SMOTE + L2 combination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A580C"/>
                </a:solidFill>
              </a:rPr>
              <a:t>SAFEST STRATEGY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Class weighting (no data loss)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A580C"/>
                </a:solidFill>
              </a:rPr>
              <a:t>WORST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handling — misses seizures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580C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Technique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UCI F1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UCI Recall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Bonn F1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Bonn Recall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Kaggle F1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62672" y="3904488"/>
            <a:ext cx="11887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Kaggle Recall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 handling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626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Class weighting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9651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626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SMOTE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Highest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9651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8523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Highest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6626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626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Highest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Undersampling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09651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9651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28523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8523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47395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7395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Moderate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66267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6267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High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94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Answering the 4 key research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Q1: Does preprocessing order matter?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YES — Pipeline A beats Pipeline B on F1 &amp; PR-AUC for UCI and Bonn. Kaggle favors Pipeline B.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Q2: Which regularizer generalizes best?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Elastic Net has lowest F1 std across all datasets → most stable and generalizable choice.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Q3: Does Elastic Net beat L1 &amp; L2?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Elastic Net wins most comparisons. On UCI ties with L1/L2. On Kaggle, Elastic Net = L1 &gt; L2.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Q4: Imbalance × Regularization?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</a:rPr>
              <a:t>SMOTE+L2 = best recall. Undersampling+L1 = best precision. Class weighting is safest overall.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1704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</a:rPr>
              <a:t>BEST PIPELINE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33288" y="1444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Pipeline A (UCI &amp; Bonn)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98424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20391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</a:rPr>
              <a:t>BEST REGULARIZER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3288" y="231343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Elastic Net (most stable)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852928"/>
            <a:ext cx="3108960" cy="749808"/>
          </a:xfrm>
          <a:prstGeom prst="rect">
            <a:avLst/>
          </a:prstGeom>
          <a:solidFill>
            <a:srgbClr val="16243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077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</a:rPr>
              <a:t>BEST COMBO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18211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SMOTE + L2 → highest 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20440"/>
            <a:ext cx="86410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Question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Winner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Preprocessing order?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Affects F1 by up to 10%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7792" y="4178808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Pipeline 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Best regularizer?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Lowest std across datasets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07792" y="4425696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Elastic Net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4672584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Elastic Net vs L1/L2?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Wins most comparisons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solidFill>
            <a:srgbClr val="1624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07792" y="4672584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Elastic Net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Imbalance + Reg?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1907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Best seizure catch rate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4919472"/>
            <a:ext cx="1188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0B4"/>
                </a:solidFill>
              </a:rPr>
              <a:t>SMOTE + L2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96167">
              <a:alpha val="12000"/>
            </a:srgbClr>
          </a:solidFill>
          <a:ln w="12700">
            <a:solidFill>
              <a:srgbClr val="F96167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2004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Pipeline A (Normalize → Feature Selection) outperforms PCA-based preprocessing on F1 and PR-AUC.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532888"/>
            <a:ext cx="32004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3288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5328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Elastic Net regularization is the most stable — lowest F1 variance across all 3 EEG datasets.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191256"/>
            <a:ext cx="32004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91256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19125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SMOTE oversampling combined with L2 regularization yields the highest seizure recall rate.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32004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9624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84962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Class weighting is the most practical imbalance strategy — improves recall without modifying data.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709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Muhammad Danyal Ali  ·  Semester Major Assignment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— 7-Step Pipeline</dc:title>
  <dc:subject>PptxGenJS Presentation</dc:subject>
  <dc:creator>PptxGenJS</dc:creator>
  <cp:lastModifiedBy>PptxGenJS</cp:lastModifiedBy>
  <cp:revision>1</cp:revision>
  <dcterms:created xsi:type="dcterms:W3CDTF">2026-05-20T08:10:50Z</dcterms:created>
  <dcterms:modified xsi:type="dcterms:W3CDTF">2026-05-20T08:10:50Z</dcterms:modified>
</cp:coreProperties>
</file>